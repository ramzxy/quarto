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1917799"/>
            <a:ext cx="5958941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4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07950" y="2575024"/>
            <a:ext cx="59589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0"/>
              </a:spcAft>
              <a:buNone/>
            </a:pPr>
            <a:r>
              <a:rPr lang="en-US" sz="22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109 — Quarto Game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3152775"/>
            <a:ext cx="59589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E9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Systems | TCS Module 2 | 2025/2026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0050" y="1838623"/>
            <a:ext cx="2286000" cy="1593354"/>
          </a:xfrm>
          <a:prstGeom prst="roundRect">
            <a:avLst>
              <a:gd name="adj" fmla="val 6377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37275" y="2025848"/>
            <a:ext cx="19497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9E9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37275" y="2279749"/>
            <a:ext cx="1911548" cy="96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17+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Gradle Build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 Networking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Testing</a:t>
            </a:r>
            <a:endParaRPr lang="en-US" sz="11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DESIGN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682526"/>
            <a:ext cx="1015901" cy="25301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834777"/>
            <a:ext cx="2650034" cy="43087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7076" y="1047452"/>
            <a:ext cx="38100" cy="355550"/>
          </a:xfrm>
          <a:prstGeom prst="roundRect">
            <a:avLst>
              <a:gd name="adj" fmla="val 66667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57076" y="1504504"/>
            <a:ext cx="22691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Choices That Worked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7076" y="2006054"/>
            <a:ext cx="2224683" cy="1476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Separation of application is applied well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flow of the program is accurate based on initial designs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Added GameSession to easily broadcast move and connection changes to listeners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its own application to differentiate between a player and AI easier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834" y="834777"/>
            <a:ext cx="2650182" cy="43087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59510" y="1047452"/>
            <a:ext cx="38100" cy="355550"/>
          </a:xfrm>
          <a:prstGeom prst="roundRect">
            <a:avLst>
              <a:gd name="adj" fmla="val 66667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59510" y="1504504"/>
            <a:ext cx="22693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Decisions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59510" y="1806029"/>
            <a:ext cx="2224832" cy="698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 Design pattern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pattern for AI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used was what we planned from the start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49417" y="834777"/>
            <a:ext cx="2650182" cy="43087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262092" y="1047452"/>
            <a:ext cx="38100" cy="355550"/>
          </a:xfrm>
          <a:prstGeom prst="roundRect">
            <a:avLst>
              <a:gd name="adj" fmla="val 66667"/>
            </a:avLst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62092" y="1504504"/>
            <a:ext cx="22693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We Started Again...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2092" y="1806029"/>
            <a:ext cx="2224832" cy="1126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Migrated to Gradle from the beginning — testing progress halted when it happened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the GameSession concept earlier since it made notifying listeners easier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tests into unit tests and whole system tests instead of one file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ALTERNATIVES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682526"/>
            <a:ext cx="1015901" cy="25301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809327"/>
            <a:ext cx="842030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design alternatives were minimal — everything that we used was what we had originally planned from the start of the project.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4401" y="1449288"/>
            <a:ext cx="8255198" cy="1701552"/>
          </a:xfrm>
          <a:prstGeom prst="roundRect">
            <a:avLst>
              <a:gd name="adj" fmla="val 5971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58726" y="1712714"/>
            <a:ext cx="77790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Patterns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726" y="2049214"/>
            <a:ext cx="7626548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MVC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Model-View-Controller for clean separation of game logic, display, and input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Pluggable AI strategies allowing multiple algorithms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GameSession broadcasts moves and connection changes to listeners</a:t>
            </a:r>
            <a:endParaRPr lang="en-US" sz="11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</a:t>
            </a:r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Socket-based networking with custom protocol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682526"/>
            <a:ext cx="1015901" cy="25301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885527"/>
            <a:ext cx="842030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Dividing Tasks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44401" y="1171277"/>
            <a:ext cx="2650034" cy="39722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1627" y="1358503"/>
            <a:ext cx="23210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Divided Work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31627" y="1631454"/>
            <a:ext cx="2275582" cy="349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to-do lists for each other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Kept each other updated on progress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834" y="1171277"/>
            <a:ext cx="2650182" cy="39722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34060" y="1358503"/>
            <a:ext cx="23212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Practices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34060" y="1631454"/>
            <a:ext cx="2275731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check-ins and updates through WhatsApp and Discord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up periodically to update each other and code together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49417" y="1171277"/>
            <a:ext cx="2650182" cy="3972223"/>
          </a:xfrm>
          <a:prstGeom prst="roundRect">
            <a:avLst>
              <a:gd name="adj" fmla="val 383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36643" y="1358503"/>
            <a:ext cx="232124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Went Well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36643" y="1631454"/>
            <a:ext cx="2275731" cy="634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was mostly done before the break, so the first few weeks were relaxing</a:t>
            </a:r>
            <a:endParaRPr lang="en-US" sz="10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result is more than satisfactory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682526"/>
            <a:ext cx="1015901" cy="25301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860227"/>
            <a:ext cx="8255198" cy="2152650"/>
          </a:xfrm>
          <a:prstGeom prst="roundRect">
            <a:avLst>
              <a:gd name="adj" fmla="val 4720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33276" y="1098352"/>
            <a:ext cx="7677448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Understanding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Since we separated the tasks, it took time to read and understand each other's code, which caused miscommunications and errors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 Gaps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 could have been more communicative about our design choices during development</a:t>
            </a:r>
            <a:endParaRPr lang="en-US" sz="1200" dirty="0"/>
          </a:p>
          <a:p>
            <a:pPr algn="l"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Task Management</a:t>
            </a:r>
            <a:pPr algn="l" indent="0" marL="0">
              <a:lnSpc>
                <a:spcPts val="1800"/>
              </a:lnSpc>
              <a:spcAft>
                <a:spcPts val="1200"/>
              </a:spcAft>
              <a:buNone/>
            </a:pPr>
            <a:r>
              <a:rPr lang="en-US" sz="12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 started making a to-do list quite late into the project; it could have been very useful from the beginning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01" y="253901"/>
            <a:ext cx="842030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WE LEARN?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4401" y="682526"/>
            <a:ext cx="1015901" cy="25301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44401" y="885527"/>
            <a:ext cx="4025950" cy="4257973"/>
          </a:xfrm>
          <a:prstGeom prst="roundRect">
            <a:avLst>
              <a:gd name="adj" fmla="val 252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82526" y="1123652"/>
            <a:ext cx="3549700" cy="38100"/>
          </a:xfrm>
          <a:prstGeom prst="roundRect">
            <a:avLst>
              <a:gd name="adj" fmla="val 66667"/>
            </a:avLst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2526" y="1288703"/>
            <a:ext cx="36206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2526" y="1634728"/>
            <a:ext cx="3549700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work well when there is already a set to-do list to follow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looking at a project as a big task, I tend to procrastinate 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73501" y="885527"/>
            <a:ext cx="4026098" cy="4257973"/>
          </a:xfrm>
          <a:prstGeom prst="roundRect">
            <a:avLst>
              <a:gd name="adj" fmla="val 2524"/>
            </a:avLst>
          </a:prstGeom>
          <a:solidFill>
            <a:srgbClr val="1A1A24"/>
          </a:solidFill>
          <a:ln w="9525">
            <a:solidFill>
              <a:srgbClr val="2A2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911626" y="1123652"/>
            <a:ext cx="3549848" cy="38100"/>
          </a:xfrm>
          <a:prstGeom prst="roundRect">
            <a:avLst>
              <a:gd name="adj" fmla="val 66667"/>
            </a:avLst>
          </a:prstGeom>
          <a:solidFill>
            <a:srgbClr val="00D2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11626" y="1288703"/>
            <a:ext cx="362084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Gregory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11626" y="1634728"/>
            <a:ext cx="3549848" cy="125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learned how to develop cool algorithms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understood the importance of having detailed and complete diagrams</a:t>
            </a:r>
            <a:endParaRPr lang="en-US" sz="1100" dirty="0"/>
          </a:p>
          <a:p>
            <a:pPr algn="l" marL="342900" indent="-342900">
              <a:lnSpc>
                <a:spcPts val="165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E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also learned how to divide tasks efficiently to work better as a team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40635" y="1928813"/>
            <a:ext cx="2862581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094486" y="2592288"/>
            <a:ext cx="295487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1800" dirty="0">
                <a:solidFill>
                  <a:srgbClr val="00D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109 — Quarto Game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26735" y="3062139"/>
            <a:ext cx="40905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E9E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Ilia and Gregory | Software Systems | TCS Module 2 | 2025/2026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0" y="5105400"/>
            <a:ext cx="9144000" cy="38100"/>
          </a:xfrm>
          <a:prstGeom prst="rect">
            <a:avLst/>
          </a:prstGeom>
          <a:solidFill>
            <a:srgbClr val="6C63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- Project 109 - Quarto Game</dc:title>
  <dc:subject>PptxGenJS Presentation</dc:subject>
  <dc:creator>Project 109</dc:creator>
  <cp:lastModifiedBy>Project 109</cp:lastModifiedBy>
  <cp:revision>1</cp:revision>
  <dcterms:created xsi:type="dcterms:W3CDTF">2026-01-27T10:40:36Z</dcterms:created>
  <dcterms:modified xsi:type="dcterms:W3CDTF">2026-01-27T10:40:36Z</dcterms:modified>
</cp:coreProperties>
</file>